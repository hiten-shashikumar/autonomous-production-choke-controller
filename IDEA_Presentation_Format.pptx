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91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0" y="807528"/>
            <a:ext cx="12192000" cy="542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Production Choke Controller for a Single Naturally Flowing Oil Well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Hiten Shashi Kumar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1BM23AI243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57150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571500"/>
            <a:ext cx="12191999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Self-commissioning FOPDT controller that step-tests the well, predicts future pressures, rejects unsafe moves through 4-layer safety, and optimizes choke position via 3-term cost minimization.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Step-test simulator → identify FOPDT model → generate candidate choke moves → filter through tightened constraints → select minimum-cost safe move → apply to well → repeat with bias correction.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autonomous choke operation that maximizes production while enforcing pressure limits — all models built from simulator data, zero dependency on reference dataset.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commissioning, adaptive 0.5%/1.0% candidate resolution, gain-scheduled predictions, defense-in-depth safety, and explainable optimization with interactive dashboard.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8B611A-8452-012E-DBC8-3026F1AD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2" y="4788816"/>
            <a:ext cx="7800128" cy="2069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966B04-58CD-172D-6345-20245C39F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467" y="4628560"/>
            <a:ext cx="3957462" cy="2229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902233"/>
            <a:ext cx="12191999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 controller with FOPDT predictive models, 3-region gain scheduling, brute-force optimization,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— all validated on a deterministic seed-controlled simulator.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process for implementation-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Step-test simulator → identify FOPDT → predict 3 steps ahead → filter through tightened constraints → select minimum-cost safe move → apply to well → bias-correct → repeat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dashboard.py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Fully operational: runs identification, control, and visualization in one click.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C61A59-9C7F-9E8F-48CA-882C7FF5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041" y="4024188"/>
            <a:ext cx="6740165" cy="28338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110162"/>
            <a:ext cx="121920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 of the idea-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pipeline completes in under 3 seconds; 11–21 candidates evaluated per millisecond; modular design enables independent testing; deterministic seed guarantees reproducibility; all 3 scenarios pass validation with zero violations in feasible regimes.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risks-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FOPDT model mismatch under higher-order dynamics; reservoir pressure decline shifting operating point; sensor noise triggering false overrides near limits; gain variation outside identified regions; actuator wear from frequent small moves; remote-site communication delays.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overcoming these challenges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EWMA bias correction adapts to changing conditions; 3-region gain scheduling handles nonlinearity; 5% tightened margin prevents boundary operation; deadband blocks sub-1% moves; 4-layer defense-in-depth eliminates single-point failures; modular architecture isolates changes.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C20EC1-F097-60A8-4074-280496BB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58878"/>
            <a:ext cx="12192000" cy="237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Relevant artifacts, such as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Copy of the Code Embedded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Snaps of the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 proposal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Dashboard snaps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603</Words>
  <Application>Microsoft Office PowerPoint</Application>
  <PresentationFormat>Widescreen</PresentationFormat>
  <Paragraphs>65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Hiten .</cp:lastModifiedBy>
  <cp:revision>154</cp:revision>
  <dcterms:created xsi:type="dcterms:W3CDTF">2013-12-12T18:46:50Z</dcterms:created>
  <dcterms:modified xsi:type="dcterms:W3CDTF">2026-07-26T06:37:39Z</dcterms:modified>
  <cp:category/>
</cp:coreProperties>
</file>